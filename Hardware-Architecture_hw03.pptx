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E9D2-4BC0-4CBF-8818-523AB1ED491B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24DE-EE06-42A3-B5A9-F0DE6E2177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123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E9D2-4BC0-4CBF-8818-523AB1ED491B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24DE-EE06-42A3-B5A9-F0DE6E2177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8368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E9D2-4BC0-4CBF-8818-523AB1ED491B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24DE-EE06-42A3-B5A9-F0DE6E2177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6021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E9D2-4BC0-4CBF-8818-523AB1ED491B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24DE-EE06-42A3-B5A9-F0DE6E2177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9137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E9D2-4BC0-4CBF-8818-523AB1ED491B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24DE-EE06-42A3-B5A9-F0DE6E2177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726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E9D2-4BC0-4CBF-8818-523AB1ED491B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24DE-EE06-42A3-B5A9-F0DE6E2177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1155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E9D2-4BC0-4CBF-8818-523AB1ED491B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24DE-EE06-42A3-B5A9-F0DE6E2177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3972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E9D2-4BC0-4CBF-8818-523AB1ED491B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24DE-EE06-42A3-B5A9-F0DE6E2177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8272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E9D2-4BC0-4CBF-8818-523AB1ED491B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24DE-EE06-42A3-B5A9-F0DE6E2177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4713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E9D2-4BC0-4CBF-8818-523AB1ED491B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24DE-EE06-42A3-B5A9-F0DE6E2177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5518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AE9D2-4BC0-4CBF-8818-523AB1ED491B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B24DE-EE06-42A3-B5A9-F0DE6E2177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1722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BAE9D2-4BC0-4CBF-8818-523AB1ED491B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B24DE-EE06-42A3-B5A9-F0DE6E2177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2263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Конспект на тему: Процессор (Часть 1).</a:t>
            </a:r>
          </a:p>
          <a:p>
            <a:pPr marL="0" indent="0">
              <a:buNone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База: Программа - это просто пошаговый план (инструкции), как превратить кучу входящего инпута в готовый результат. Сами команды и данные, с которыми мы прямо сейчас работаем, лежат в ОЗУ (оперативке). Но думает над ними и выполняет их процессор. Внутри компа абсолютно всё хранится в двоичном коде (нули и единицы) - и цифры, и буквы, и логические переменные.</a:t>
            </a:r>
          </a:p>
          <a:p>
            <a:pPr marL="0" indent="0">
              <a:buNone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Из каких железок все состоит:  УУиС (Устройство управления) - главный начальник в проце, дирижирует всем остальным железом. СК (Счетчик команд) - регистр-напоминалка. Всегда держит в уме адрес следующей команды, которую надо будет сделать. РК (Регистр команд) - рабочая область проца. Сюда загружается команда, которую он выполняет прямо сейчас. АЛУ - калькулятор проца. Внутри него есть аккумулятор (Р1) (туда проц кидает первое число, и туда же падает готовый ответ) и регистр Р2 для второго числа. ПортА и ПортД - шлюзы проца, чтобы кидать адреса и данные на материнку. РАОП и РСОП - такие же шлюзы, но уже на стороне оперативки.</a:t>
            </a:r>
          </a:p>
          <a:p>
            <a:pPr marL="0" indent="0">
              <a:buNone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Как проц выполняет одну команду (на примере сложения двух чисел): Шаг 1 (Выборка): Проц смотрит в СК, берет оттуда адрес, стучится в оперативку и забирает саму команду в свой РК. Шаг 2 (Сбор данных): Проц читает команду из РК, понимает, какие числа ему нужны, запрашивает их адреса у ОЗУ и грузит эти числа в АЛУ (в регистры Р1 и Р2). Шаг 3 (Счет): Дешифратор понимает, че надо делать (например, сложить). АЛУ считает и оставляет ответ в аккумуляторе (Р1). Шаг 4 (Сброс ответа): Проц берет ответ из Р1 и отправляет его обратно в оперативку, сохраняя поверх первого числа. Шаг 5 (Плюс один): Счетчик команд (СК) перелистывается вперед на длину выполненной команды, чтобы на следующем круге взять новую.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2366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Конспект на тему: Процессор (Часть 2).</a:t>
            </a:r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РПР (Регистр признака результата):Это маленькая 2-битная ячейка, которая запоминает, каким получился ответ после калькулятора (АЛУ). Там всего 4 варианта:00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ответе получился чистый ноль.01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ответ ушел в минус (меньше нуля). 10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ответ получился положительным (больше нуля). 11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случился жесткий баг, все переполнилось (ППФТ).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Условные переходы (ветвление кода):Команда выглядит так: [Код операции | Маска (М) | Куда прыгать (А)].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маска М = 0000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проц забивает и идет дальше (команда-пустышка).Если маска М = 1111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проц прыгает по адресу А в любом случае (безусловный переход).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маска совпадает с тем, что записано в РПР (например, маска требует «если меньше нуля», и ответ реально меньше нуля), проц забивает на следующий шаг и прыгает сразу на адрес А.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Что за система прерываний: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Прерывание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это когда проц бросает текущую прогу, отвлекается на какое-то срочное событие (подпрограмму), разгребает его, а потом возвращается точно туда же, где остановился.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Какие бывают прерывания: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Внутренние (Исключения)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косяки самого проца (поделил на ноль, словил переполнение). Игнорировать их нельзя, проц по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любому зависнет или выдаст ошибку.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Внешние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сигналы извне (тыкнул кнопку на клаве, сработал таймер времени). Их проц может временно «замаскировать» (проигнорить), если занят чем-то важным.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Важные железки для этого: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РФ (Регистр флагов)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доска с флажками. Если что-то случилось, загорается определенный бит (Регистр масок)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тумблеры, которыми можно отключить реакцию на внешние прерывания.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ТВП (Таблица векторов)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«телефонный справочник» в ОЗУ. Там лежат прямые ссылки (JMP) на инструкции, че делать при каждом конкретном прерывании.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Стек и УС (Указатель стека)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специальная память по принципу LIFO (последний зашел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первый вышел). УС показывает на самый верх этой стопки. Нужна, чтобы спрятать туда координаты текущей проги перед тем, как отвлечься. </a:t>
            </a:r>
          </a:p>
          <a:p>
            <a:pPr marL="0" indent="0">
              <a:buNone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Что делает проц, если прилетело прерывание: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Прячет адрес строки, на которой его прервали, в стек (чтобы потом вернуться), и сдвигает указатель стека (УС := УС + 1).Лезет в ТВП и смотрит, какой номер подпрограммы соответствует этому прерыванию.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Делает прыжок (JMP) на этот обработчик и выполняет его код.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Когда подпрограмма заканчивается, команда RETI дает процу знак: «всё готово».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Проц лезет в стек, забирает оттуда сохраненный адрес возврата, сдвигает указатель назад (УС := УС - 1) и продолжает спокойно фигачить старую прогу.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491152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841</Words>
  <Application>Microsoft Office PowerPoint</Application>
  <PresentationFormat>Широкоэкранный</PresentationFormat>
  <Paragraphs>9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Учетная запись Майкрософт</dc:creator>
  <cp:lastModifiedBy>Учетная запись Майкрософт</cp:lastModifiedBy>
  <cp:revision>4</cp:revision>
  <dcterms:created xsi:type="dcterms:W3CDTF">2026-09-30T19:27:27Z</dcterms:created>
  <dcterms:modified xsi:type="dcterms:W3CDTF">2026-09-30T19:49:10Z</dcterms:modified>
</cp:coreProperties>
</file>
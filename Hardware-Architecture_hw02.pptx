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38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89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86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4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81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68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80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48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68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09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30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A5ED1-F956-453D-BA55-C9E189E1B4CF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8CC18-8415-42F2-94B8-D15CADA33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39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1. Из схемы в формулу.</a:t>
            </a:r>
          </a:p>
          <a:p>
            <a:pPr marL="0" indent="0">
              <a:buNone/>
            </a:pPr>
            <a:r>
              <a:rPr lang="ru-RU" dirty="0" smtClean="0"/>
              <a:t>                                         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Последний прямоугольник с 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ИЛИ,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Назовём входы: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 B, C, 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 объединяет предыдущие два И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формула: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формула: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A’^B)v(A^B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(A’vB)v(B^C’)v((B’vC’)^(A’vD))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                                                             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90" y="494232"/>
            <a:ext cx="3097036" cy="226181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328" y="274321"/>
            <a:ext cx="3373600" cy="28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2. Из формулы в схему.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(A∧¬B)→(C∨¬A)(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∧¬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)→(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∨¬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¬(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∧(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))∨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973416"/>
            <a:ext cx="5822564" cy="32268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73416"/>
            <a:ext cx="5325471" cy="322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350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95</Words>
  <Application>Microsoft Office PowerPoint</Application>
  <PresentationFormat>Широкоэкранный</PresentationFormat>
  <Paragraphs>12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7</cp:revision>
  <dcterms:created xsi:type="dcterms:W3CDTF">2026-09-25T20:29:30Z</dcterms:created>
  <dcterms:modified xsi:type="dcterms:W3CDTF">2026-09-25T21:32:39Z</dcterms:modified>
</cp:coreProperties>
</file>